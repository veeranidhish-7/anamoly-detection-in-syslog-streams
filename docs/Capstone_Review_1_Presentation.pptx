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Anomaly Detection in Syslog Streams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Review 1</a:t>
            </a:r>
          </a:p>
          <a:p/>
          <a:p>
            <a:r>
              <a:t>Team Members:</a:t>
            </a:r>
          </a:p>
          <a:p>
            <a:r>
              <a:t>- Venkata Dhanush Kakarlamudi (23BCE8172)</a:t>
            </a:r>
          </a:p>
          <a:p>
            <a:r>
              <a:t>- Veera Nidhish Gondimalla (23BCE7421)</a:t>
            </a:r>
          </a:p>
          <a:p>
            <a:r>
              <a:t>- Settipalli Raja Rushi Praneeth Reddy (23BCE7425)</a:t>
            </a:r>
          </a:p>
          <a:p>
            <a:r>
              <a:t>- Evvala Venkata Lakshmi Narasimha Veereswar (23BCE7439)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Base Paper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Goal: Develop robust log anomaly detection architectures across complex datasets.</a:t>
            </a:r>
          </a:p>
          <a:p>
            <a:pPr/>
            <a:r>
              <a:t>Base Paper Studied: 'Lightweight Optimization based Log-file Anomaly Detection' (2025 IEEE ICSRS).</a:t>
            </a:r>
          </a:p>
          <a:p>
            <a:pPr/>
            <a:r>
              <a:t>Base Approach: Uses frequency-based linear models (PCA, RPCA) on count-based matrices.</a:t>
            </a:r>
          </a:p>
          <a:p>
            <a:pPr/>
            <a:r>
              <a:t>The Challenge: These standard models excel on simple data (HDFS) but struggle heavily with real-world, interleaved logs (BGL).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Baseline Replication (PCA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Understand and replicate the linear models (PCA, RPCA) from the base paper.</a:t>
            </a:r>
          </a:p>
          <a:p>
            <a:pPr/>
            <a:r>
              <a:t>HDFS Dataset (Structured):</a:t>
            </a:r>
          </a:p>
          <a:p>
            <a:pPr lvl="1"/>
            <a:r>
              <a:t>Discovered a hidden L2-normalization requirement.</a:t>
            </a:r>
          </a:p>
          <a:p>
            <a:pPr lvl="1"/>
            <a:r>
              <a:t>Successfully matched base paper: PCA achieved 94.65% F1 score.</a:t>
            </a:r>
          </a:p>
          <a:p>
            <a:pPr/>
            <a:r>
              <a:t>BGL Dataset (Complex, Interleaved):</a:t>
            </a:r>
          </a:p>
          <a:p>
            <a:pPr lvl="1"/>
            <a:r>
              <a:t>Tested on 4.7 million real-world sequences.</a:t>
            </a:r>
          </a:p>
          <a:p>
            <a:pPr lvl="1"/>
            <a:r>
              <a:t>Linear PCA collapsed to 30.18% F1 (with a strict ceiling of ~65% even with oracle thresholding).</a:t>
            </a:r>
          </a:p>
          <a:p>
            <a:pPr lvl="1"/>
            <a:r>
              <a:t>Conclusion: Count-based linear models are fundamentally dataset-dependent.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Proposed Architecture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Overcome the limitations of linear models on complex datasets.</a:t>
            </a:r>
          </a:p>
          <a:p>
            <a:pPr/>
            <a:r>
              <a:t>Step 1: Sequence Order Embeddings (Semantic NLP)</a:t>
            </a:r>
          </a:p>
          <a:p>
            <a:pPr lvl="1"/>
            <a:r>
              <a:t>Replaced sparse event counts with dense Word2Vec embeddings.</a:t>
            </a:r>
          </a:p>
          <a:p>
            <a:pPr lvl="1"/>
            <a:r>
              <a:t>Captures the temporal execution context rather than just frequency.</a:t>
            </a:r>
          </a:p>
          <a:p>
            <a:pPr/>
            <a:r>
              <a:t>Step 2: Structural Node-Based Grouping</a:t>
            </a:r>
          </a:p>
          <a:p>
            <a:pPr lvl="1"/>
            <a:r>
              <a:t>Replaced arbitrary time windows with logical grouping by Server Node and sliding Window_ID.</a:t>
            </a:r>
          </a:p>
          <a:p>
            <a:pPr lvl="1"/>
            <a:r>
              <a:t>Accurately reflects actual physical execution paths instead of a 'semantic soup'.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Deep Learning Implementation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3: Multi-Layer Perceptron (MLP) Autoencoder</a:t>
            </a:r>
          </a:p>
          <a:p>
            <a:pPr lvl="1"/>
            <a:r>
              <a:t>Replaced the linear PCA detector with a deep learning Autoencoder.</a:t>
            </a:r>
          </a:p>
          <a:p>
            <a:pPr lvl="1"/>
            <a:r>
              <a:t>Designed to map and reconstruct the non-linear semantic vector space.</a:t>
            </a:r>
          </a:p>
          <a:p>
            <a:pPr/>
            <a:r>
              <a:t>Results on BGL Dataset:</a:t>
            </a:r>
          </a:p>
          <a:p>
            <a:pPr lvl="1"/>
            <a:r>
              <a:t>The Autoencoder shattered the linear 65% ceiling.</a:t>
            </a:r>
          </a:p>
          <a:p>
            <a:pPr lvl="1"/>
            <a:r>
              <a:t>Achieved an average 87.46% F1-score across rigorous 5-fold cross-validation.</a:t>
            </a:r>
          </a:p>
          <a:p>
            <a:pPr/>
            <a:r>
              <a:t>Threshold Automation (Phase 5):</a:t>
            </a:r>
          </a:p>
          <a:p>
            <a:pPr lvl="1"/>
            <a:r>
              <a:t>Implemented dynamic Extreme Value Theory (POT) to automatically model error tails, making models deployable without hardcoded cutoffs.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Summary for Review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Studied the Research Paper: Understood the theoretical workings of baseline anomaly detection models.</a:t>
            </a:r>
          </a:p>
          <a:p>
            <a:pPr/>
            <a:r>
              <a:t>2. Replicated PCA Models: Successfully reproduced the paper's claims on simple data, and identified its points of failure on complex systems.</a:t>
            </a:r>
          </a:p>
          <a:p>
            <a:pPr/>
            <a:r>
              <a:t>3. Proposed Improvements: Devised and implemented a robust architecture using Node-Based Grouping, Semantic Embeddings, and Deep Learning Autoencoders.</a:t>
            </a:r>
          </a:p>
          <a:p>
            <a:pPr/>
            <a:r>
              <a:t>4. Validation: Demonstrated significant improvements over the baseline on real-world interleaved data streams.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